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jpg"/><Relationship Id="rId4" Type="http://schemas.openxmlformats.org/officeDocument/2006/relationships/image" Target="../media/image5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5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80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物件一覧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168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CCFF"/>
                </a:solidFill>
              </a:rPr>
              <a:t>大阪·YMCA ／ 東京·赤門会 ／ 東京·ISI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414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2026年5月21日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全14件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メゾン夕陽ヶ丘  0304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¥69,500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¥77,500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25.65㎡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3階/9階建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431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63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大阪市天王寺区上本町8丁目6番9号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四天王寺前夕陽ヶ丘駅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四天王寺前夕陽ヶ丘駅→天王寺駅(約2分)+徒歩5分 合計約13分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627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627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627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2026年6月下旬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876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876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876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1246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1246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1246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373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373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373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¥22,000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6214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6214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6214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無料(Ucom光)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869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869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869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あり(エポス→ニッポンインシュア→JRAG)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118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118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118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3666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3666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3666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7409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7409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7409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退去時RC 33,000円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47_ygp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1299" y="756000"/>
            <a:ext cx="196800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49_4g0n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7900" y="756000"/>
            <a:ext cx="1968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850_ejf0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1299" y="2760000"/>
            <a:ext cx="1968000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851_j8xj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7900" y="2760000"/>
            <a:ext cx="1968000" cy="19680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852_c0li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1299" y="4764000"/>
            <a:ext cx="1968000" cy="196800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853_lxo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7900" y="4764000"/>
            <a:ext cx="1968000" cy="1968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16600" y="5532000"/>
            <a:ext cx="25506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+12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アークアベニュー天王寺  905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¥59,000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¥6,000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¥65,000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24.30㎡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9階/14階建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大阪市天王寺区寺田町2丁目2-11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JR寺田町駅 徒歩3分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合計約10分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59,000円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69_4wxq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299" y="756000"/>
            <a:ext cx="147600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70_b3d4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00" y="756000"/>
            <a:ext cx="1476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871_0evn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7299" y="2760000"/>
            <a:ext cx="1476000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873_bhdb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3900" y="2760000"/>
            <a:ext cx="1476000" cy="19680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874_fit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7299" y="4764000"/>
            <a:ext cx="1476000" cy="196800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869_4wxq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3900" y="4764000"/>
            <a:ext cx="1476000" cy="196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セイワパレス夕陽丘  1001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¥72,500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¥10,500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¥83,000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25.20㎡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10階/11階建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55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87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4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7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大阪市天王寺区夕陽丘町4-13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大阪メトロ谷町線 四天王寺前夕陽ヶ丘駅 徒歩1分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四天王寺前夕陽ヶ丘駅→天王寺駅(約2分)+徒歩5分 合計約10分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627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627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627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相談(退去予定2026/04/30)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876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876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876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1246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1246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1246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100,000円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373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373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373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¥22,000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6214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6214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6214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869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869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869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あり(クレディセゾン)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118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118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118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可(日本語会話能力必要・クレディセゾン保証)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3666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3666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3666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740928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740928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740928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室内除菌11,000円 退去時クリーニング38,500円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78_ljog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299" y="756000"/>
            <a:ext cx="147600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79_tfgp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00" y="756000"/>
            <a:ext cx="1476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881_bvu5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7299" y="2760000"/>
            <a:ext cx="1476000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882_p0ow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6600" y="2787525"/>
            <a:ext cx="2550601" cy="191295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883_zlun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7299" y="4764000"/>
            <a:ext cx="1476000" cy="196800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885_w7t6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6600" y="4791525"/>
            <a:ext cx="2550601" cy="1912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プレサンス天王寺勝山  0603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¥68,640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¥7,360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¥76,000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21.66㎡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6階/15階建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大阪市天王寺区勝山4丁目12-22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桃谷駅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桃谷駅→天王寺駅(約3分)+徒歩5分 合計約15分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¥29,700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あり(ギャランティ/セーフティー)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エアコン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退去時クリーニング35,000円 プレサポ24 1,320円/月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87_xqr8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468700"/>
            <a:ext cx="2550601" cy="25506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88_93t1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7332" y="756000"/>
            <a:ext cx="2549137" cy="59760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グランカーサ天王寺EAST  0504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¥84,000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¥92,000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26.24㎡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5階/11階建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大阪市天王寺区国分町12-19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合計約14分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火災保険18,000円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90_fv3q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831050"/>
            <a:ext cx="2550601" cy="38259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891_w3qr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468700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エスリード天王寺ブランシェ  702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¥69,000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¥74,000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21.09㎡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7階/15階建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大阪市天王寺区国分町17-1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徒歩5分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69,000円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¥38,500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消臭抗菌16,500円 退去時清掃27,500円 エアコン清掃15,400円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5137202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92_q7tf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928476"/>
            <a:ext cx="5137202" cy="36310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Louis Residence 天王寺町北  1003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¥83,000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¥9,000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¥92,000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24.19㎡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10階/12階建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55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87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4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7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大阪市阿倍野区天王寺町北2丁目24-13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徒歩5分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92,000円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¥15,000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退去時清掃35,000円 火災保険15,000円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897_w2rq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259" y="756000"/>
            <a:ext cx="134808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00_wbls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00" y="756000"/>
            <a:ext cx="1476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901_7gwf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7299" y="2760000"/>
            <a:ext cx="1476000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902_nfjv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3900" y="2760000"/>
            <a:ext cx="1476000" cy="19680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903_866y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9999" y="4791525"/>
            <a:ext cx="2550601" cy="19129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905_w2tzj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6600" y="4791525"/>
            <a:ext cx="2550601" cy="19129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ヴェール天王寺  406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¥40,000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¥45,000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18.75㎡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4階/10階建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鉄骨造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75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307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大阪市天王寺区大道3丁目8-7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寺田町駅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寺田町駅→天王寺駅(約2分)+徒歩5分 合計約13分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エアコン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489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489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489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火災保険18,000円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06_ukl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043600"/>
            <a:ext cx="2550601" cy="34008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08_zwzbj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3259386"/>
            <a:ext cx="2550601" cy="9692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ララプレイス天王寺シエロ  1002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¥71,440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¥8,560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21.66㎡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10階/14階建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55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87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4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7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大阪市天王寺区大道1丁目2-18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大阪メトロ谷町線 天王寺駅 徒歩8分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天王寺駅まで徒歩8〜9分+徒歩5分 合計約14分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100,000円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¥29,700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あり(ギャランティ/セーフティー)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エアコン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退去時クリーニング35,000円 プレサポ24 1,320円/月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10_33qi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468700"/>
            <a:ext cx="2550601" cy="25506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11_yhc4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6863" y="756000"/>
            <a:ext cx="2430075" cy="59760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コンフォートZEN  302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¥100,000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¥108,000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1LDK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43.74㎡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3階/8階建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431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63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大阪市天王寺区大道2丁目11-4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天王寺駅 徒歩9分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天王寺駅まで徒歩9分+徒歩5分 合計約14分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2026年5月下旬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¥27,500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あり(JPMCファイナンス)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エアコン ／ 室内洗濯機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消臭抗菌17,600円 退去時清掃38,500円 安心サポート1,870円/月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13_rax0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1299" y="756000"/>
            <a:ext cx="1968000" cy="1968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14_itm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9900" y="756000"/>
            <a:ext cx="984000" cy="196800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915_g11l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144" y="2760000"/>
            <a:ext cx="1698311" cy="1968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2760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916_a1snz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7050" y="2760000"/>
            <a:ext cx="1709700" cy="19680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6929999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1779266493918_oydm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3299" y="4764000"/>
            <a:ext cx="984000" cy="196800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779266493920_va8h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7370" y="4764000"/>
            <a:ext cx="1749060" cy="1968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9516600" y="4764000"/>
            <a:ext cx="2550601" cy="196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16600" y="5532000"/>
            <a:ext cx="2550601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+2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FRONT FIELD Tennoji  605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¥82,000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¥8,000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23.18㎡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6階/11階建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大阪市天王寺区堀越町6-11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各線 天王寺駅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天王寺駅まで徒歩6分+徒歩5分 合計約11分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即入居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82,000円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¥11,000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49479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エアコン ／ 室内洗濯機 ／ ペット相談可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760796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760796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760796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火災保険20,000円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24_pg1l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965699"/>
            <a:ext cx="2550601" cy="25506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26_o9h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965699"/>
            <a:ext cx="2550601" cy="2550601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6929999" y="3762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927_ue5q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9999" y="3971699"/>
            <a:ext cx="2550601" cy="2550601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9516600" y="3762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1779266493928_jr5a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6600" y="3971699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ラルテ天王寺  403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¥87,000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¥97,000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1LDK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29.99㎡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4階/8階建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431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63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大阪市天王寺区堀越町7-19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大阪メトロ御堂筋線 天王寺駅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天王寺駅まで徒歩7分+徒歩5分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87,000円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¥27,000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無料(J:COM)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あり(全保連/Room iD)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可(Room iDグローバル)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バス・トイレ別 ／ 室内洗濯機 ／ ペット可 ／ 2人入居可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定額水道料2,700円/月 付帯補償料560円/月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30_yt6k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468700"/>
            <a:ext cx="2550601" cy="25506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31_dins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468700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アクアプレイス天王寺Ⅱ  705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¥77,500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¥88,500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21.75㎡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7階/14階建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家具付き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大阪市天王寺区大道3丁目6-8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JR大阪環状線 天王寺駅 徒歩7分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天王寺駅まで徒歩7分+徒歩5分 合計約12分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2026年7月中旬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77,500円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対応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2408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2408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2408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室内洗濯機 ／ 家具付き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6150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6150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6150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室内清掃55,000円 事務手数料22,000円 リブクラブ2,200円/月 SBI保険800円/月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93933_wxm5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787525"/>
            <a:ext cx="2550601" cy="19129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34_f1ym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468700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大阪·YMCA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レ・コンフォルト  502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86C1"/>
                </a:solidFill>
              </a:rPr>
              <a:t>¥74,500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¥85,500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21.12㎡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5階/10階建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3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7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15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47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家具付き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大阪市天王寺区南河堀町9-23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大阪メトロ御堂筋線 天王寺駅 徒歩4分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天王寺駅まで徒歩4分+徒歩5分 合計約9分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2026年5月中旬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74,500円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対応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5999" y="4240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1999" y="4240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9599" y="4240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家具付き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5999" y="44892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1999" y="44892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9599" y="44892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室内清掃55,000円 事務手数料22,000円 リブクラブ2,200円/月 SBI保険800円/月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93936_8ygd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787525"/>
            <a:ext cx="2550601" cy="1912950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1779266493938_bfux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468700"/>
            <a:ext cx="2550601" cy="2550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全3件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J・Kビル  201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確認済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8A44"/>
                </a:solidFill>
              </a:rPr>
              <a:t>¥85,000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¥100,000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18.23㎡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2階/5階建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東京都荒川区西日暮里2丁目15-7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JR山手線 日暮里駅 徒歩3分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5999" y="2253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999" y="2253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9599" y="2253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日暮里駅→要確認 合計約要確認分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5999" y="2502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1999" y="2502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9599" y="2502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5999" y="2750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1999" y="2750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9599" y="2750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5999" y="2998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1999" y="2998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9599" y="2998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なし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5999" y="3247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1999" y="3247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9599" y="3247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¥27,500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5999" y="34956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1999" y="34956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9599" y="34956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999" y="37440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999" y="37440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9599" y="37440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あり(初回保証料50%～・月額継続保証料800円)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5999" y="39924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1999" y="39924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9599" y="39924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可(海外審査不可)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999" y="4240800"/>
            <a:ext cx="1152000" cy="49479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1999" y="4240800"/>
            <a:ext cx="11160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99599" y="4240800"/>
            <a:ext cx="55224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バス・トイレ別 ／ 室内洗濯機置き場 ／ フローリング ／ バルコニー ／ 角部屋 ／ 温水洗浄便座 ／ 追焚機能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5999" y="4760796"/>
            <a:ext cx="1152000" cy="49479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1999" y="4760796"/>
            <a:ext cx="11160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9599" y="4760796"/>
            <a:ext cx="55224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室内清掃49,500円 エアコンクリーニング13,200円 火災保険2,480円/月 更新継続保証料800円/月 更新事務手数料27,500円(更新時)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29999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1779265156830_a0xm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749" y="756000"/>
            <a:ext cx="1673100" cy="297000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9516600" y="756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6421349_v405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9773" y="756000"/>
            <a:ext cx="1564255" cy="297000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6929999" y="3762000"/>
            <a:ext cx="2550601" cy="297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6476803_np7v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549" y="3762000"/>
            <a:ext cx="2227500" cy="297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アルテシモリンククロス  1202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8A44"/>
                </a:solidFill>
              </a:rPr>
              <a:t>¥110,000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¥120,000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25.23㎡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12階/12階建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5599" y="1432800"/>
            <a:ext cx="10044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8799" y="1432800"/>
            <a:ext cx="9612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4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7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東京都荒川区西日暮里2丁目47-5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日暮里・舎人ライナー 西日暮里駅 徒歩3分 / JR山手線 日暮里駅 徒歩6分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3794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3794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3794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西日暮里駅(千代田線)→湯島駅(約5分)+徒歩7分 合計約15分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7537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7537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7537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3002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3002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3002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2505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2505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2505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110,000円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4989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4989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4989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¥11,000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7473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7473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7473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無料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9957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9957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9957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あり(初回100%・月額1.5%)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244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244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244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492528"/>
            <a:ext cx="1152000" cy="7862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492528"/>
            <a:ext cx="1116000" cy="786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492528"/>
            <a:ext cx="5522400" cy="786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独立洗面台 ／ エアコン ／ 室内洗濯機置き場 ／ 浴室乾燥機 ／ 温水洗浄便座 ／ バルコニー ／ 角部屋 ／ 最上階 ／ ペット相談可 ／ 2人入居可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5303988"/>
            <a:ext cx="1152000" cy="64052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5303988"/>
            <a:ext cx="11160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5303988"/>
            <a:ext cx="55224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ルームクリーニング59,400円 火災保険20,000円 24時間生活サポート19,800円 更新料1.5ヶ月 短期解約違約金あり(1年未満:賃料2ヶ月/1〜2年:賃料1ヶ月) 解約予告2ヶ月前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5924924_1niq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300525"/>
            <a:ext cx="2550601" cy="488695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5934882_ei4z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00" y="2787525"/>
            <a:ext cx="2550601" cy="19129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005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東京·赤門会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東栄コーポ  204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8A44"/>
                </a:solidFill>
              </a:rPr>
              <a:t>¥115,000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¥120,000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1LDK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38㎡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15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947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2階/7階建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9199" y="1432800"/>
            <a:ext cx="1206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2399" y="1432800"/>
            <a:ext cx="1162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鉄骨鉄筋コンクリート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99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31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東京都荒川区西日暮里1丁目61-7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東京メトロ千代田線 西日暮里駅 徒歩5分 / JR山手線 日暮里駅 徒歩10分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3794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3794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3794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西日暮里駅(千代田線)→湯島駅(約5分)+徒歩7分 合計約17分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7537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7537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7537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相談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3002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3002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3002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¥115,000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2505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2505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2505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115,000円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4989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4989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4989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7473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7473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7473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9957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9957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9957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あり(初回100%・月額1.5%)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244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244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244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可(ベトナム・ミャンマー・ネパール国籍不可)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492528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492528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492528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防犯カメラ ／ バス・トイレ別 ／ 独立洗面台 ／ バルコニー ／ 角部屋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4866792"/>
            <a:ext cx="1152000" cy="49479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4866792"/>
            <a:ext cx="11160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4866792"/>
            <a:ext cx="5522400" cy="494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契約事務手数料11,000円 火災保険20,000円 24時間生活サポート19,800円 更新料1ヶ月 解約予告1ヶ月前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7449728_ygvh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2043600"/>
            <a:ext cx="2550601" cy="3400801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9516600" y="756000"/>
            <a:ext cx="2550601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1779267467536_cwtm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9110" y="756000"/>
            <a:ext cx="2345580" cy="597600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東京·ISI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1003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全2件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5C1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ＮＯＺＯＭＩＯ目白  104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8E44AD"/>
                </a:solidFill>
              </a:rPr>
              <a:t>¥98,000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¥103,000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20.36㎡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1階/3階建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3999" y="1432800"/>
            <a:ext cx="648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7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木造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東京都豊島区目白2丁目15-9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JR山手線 目白駅 徒歩6分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5999" y="22536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999" y="22536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9599" y="22536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目白駅(JR山手線)→新宿(約9分)+徒歩 合計約20分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5999" y="2627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1999" y="2627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9599" y="2627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2026年6月中旬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5999" y="2876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1999" y="2876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9599" y="2876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¥98,000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5999" y="31246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1999" y="31246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9599" y="31246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98,000円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5999" y="3373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1999" y="3373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9599" y="3373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¥14,300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5999" y="36214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1999" y="36214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9599" y="36214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999" y="3869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999" y="3869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9599" y="3869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あり(初回50%～・更新10,000円～/年)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5999" y="4118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1999" y="4118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9599" y="4118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999" y="4366664"/>
            <a:ext cx="1152000" cy="7862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1999" y="4366664"/>
            <a:ext cx="1116000" cy="786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99599" y="4366664"/>
            <a:ext cx="5522400" cy="786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防犯カメラ ／ 宅配BOX ／ バス・トイレ別 ／ 独立洗面台 ／ エアコン ／ 室内洗濯機置き場 ／ 浴室乾燥機 ／ 温水洗浄便座 ／ モニタ付インターホン ／ ダブルロックキー ／ 駐輪場 ／ 外国籍可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5999" y="517812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1999" y="517812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9599" y="517812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室内清掃55,000円(退去時) 保険加入要 1年未満違約金あり 更新料新賃料1ヶ月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29999" y="756000"/>
            <a:ext cx="5137202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1779267690200_0zk7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928856"/>
            <a:ext cx="5137202" cy="36302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4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solidFill>
            <a:srgbClr val="5C1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999" y="100800"/>
            <a:ext cx="1080000" cy="47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東京·ISI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998" y="54000"/>
            <a:ext cx="9367203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スカイコート池袋東口  603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59202" y="144000"/>
            <a:ext cx="1007999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未確認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999" y="756000"/>
            <a:ext cx="6696000" cy="61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999" y="799200"/>
            <a:ext cx="2340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8E44AD"/>
                </a:solidFill>
              </a:rPr>
              <a:t>¥89,000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5999" y="936000"/>
            <a:ext cx="16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202A"/>
                </a:solidFill>
              </a:rPr>
              <a:t>+ 管理費 ¥5,000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999" y="936000"/>
            <a:ext cx="216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202A"/>
                </a:solidFill>
              </a:rPr>
              <a:t>合計 ¥94,000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999" y="1432800"/>
            <a:ext cx="648000" cy="259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99" y="1432800"/>
            <a:ext cx="604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1K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7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9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20.35㎡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6399" y="1432800"/>
            <a:ext cx="9036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49599" y="1432800"/>
            <a:ext cx="8604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6階/11階建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799" y="1432800"/>
            <a:ext cx="12060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7999" y="1432800"/>
            <a:ext cx="11628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鉄骨鉄筋コンクリート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45599" y="1432800"/>
            <a:ext cx="802800" cy="259200"/>
          </a:xfrm>
          <a:prstGeom prst="rect">
            <a:avLst/>
          </a:prstGeom>
          <a:solidFill>
            <a:srgbClr val="EA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8799" y="1432800"/>
            <a:ext cx="759600" cy="25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1A5E7A"/>
                </a:solidFill>
              </a:rPr>
              <a:t>エレベーター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5999" y="17568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1999" y="17568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住所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9599" y="17568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東京都豊島区南池袋2丁目9-16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5999" y="2005200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1999" y="2005200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最寄り駅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9599" y="2005200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東京メトロ有楽町線 東池袋駅 徒歩5分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5999" y="2253600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1999" y="2253600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通学経路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9599" y="2253600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東池袋駅(有楽町線)→池袋(約3分)+JR山手線→新宿(約7分)+徒歩 合計約20分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5999" y="26278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999" y="26278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入居可能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9599" y="26278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2026年6月下旬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999" y="28762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1999" y="28762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9599" y="28762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5999" y="31246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1999" y="31246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礼金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9599" y="31246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89,000円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5999" y="33730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999" y="33730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鍵交換費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9599" y="33730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¥33,000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999" y="3621464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1999" y="3621464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ネット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9599" y="3621464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記載なし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999" y="3869864"/>
            <a:ext cx="1152000" cy="34906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1999" y="3869864"/>
            <a:ext cx="11160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保証会社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9599" y="3869864"/>
            <a:ext cx="5522400" cy="34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あり(初回50%～・年間10,000円・引落手数料330円/月)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999" y="4244128"/>
            <a:ext cx="1152000" cy="223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1999" y="4244128"/>
            <a:ext cx="11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外国籍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9599" y="4244128"/>
            <a:ext cx="5522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5999" y="4492528"/>
            <a:ext cx="1152000" cy="64052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1999" y="4492528"/>
            <a:ext cx="11160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設備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99599" y="4492528"/>
            <a:ext cx="55224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オートロック ／ バス・トイレ別 ／ 室内洗濯機置き場 ／ エアコン ／ フローリング ／ バルコニー ／ 角部屋 ／ 収納スペース ／ シューズボックス ／ ガスコンロ可 ／ 都市ガス ／ 外国籍可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999" y="5158256"/>
            <a:ext cx="1152000" cy="640528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1999" y="5158256"/>
            <a:ext cx="11160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D6D7E"/>
                </a:solidFill>
              </a:rPr>
              <a:t>その他費用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9599" y="5158256"/>
            <a:ext cx="5522400" cy="640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202A"/>
                </a:solidFill>
              </a:rPr>
              <a:t>ルームクリーニング70,000円(契約時) 抗菌・エアコン洗浄16,500円 24時間サポート16,500円 火災保険22,000円(2年) 更新料新賃料1ヶ月 解約予告2ヶ月前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29999" y="756000"/>
            <a:ext cx="5137202" cy="5976001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1779267814073_qe07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999" y="1928856"/>
            <a:ext cx="5137202" cy="36302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