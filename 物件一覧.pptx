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物件一覧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4B2A9"/>
                </a:solidFill>
              </a:rPr>
              <a:t>大阪YMCA ／ 東京赤門会 ／ 東京ISI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88952" cy="180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大阪·YMCA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66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4B2A9"/>
                </a:solidFill>
              </a:rPr>
              <a:t>14 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58000"/>
          </a:xfrm>
          <a:prstGeom prst="rect">
            <a:avLst/>
          </a:prstGeom>
          <a:solidFill>
            <a:srgbClr val="1A1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6000" y="100800"/>
            <a:ext cx="1080000" cy="324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2000" y="100800"/>
            <a:ext cx="10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大阪·YMCA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4000" y="72000"/>
            <a:ext cx="28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メゾン夕陽ヶ丘　0304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8952" y="125999"/>
            <a:ext cx="864000" cy="288000"/>
          </a:xfrm>
          <a:prstGeom prst="rect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44952" y="125999"/>
            <a:ext cx="7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32D2D"/>
                </a:solidFill>
              </a:rPr>
              <a:t>！要注意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000" y="702000"/>
            <a:ext cx="1512000" cy="503999"/>
          </a:xfrm>
          <a:prstGeom prst="rect">
            <a:avLst/>
          </a:prstGeom>
          <a:solidFill>
            <a:srgbClr val="F5F5F3"/>
          </a:solidFill>
          <a:ln w="6350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720000"/>
            <a:ext cx="136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85FA5"/>
                </a:solidFill>
              </a:rPr>
              <a:t>¥69,500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982800"/>
            <a:ext cx="13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+管 ¥8,000　合計 ¥77,500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0" y="7740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36000" y="7812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1K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0" y="9828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36000" y="9900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25.65㎡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0" y="11916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36000" y="11988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3階/9階建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0000" y="14004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36000" y="14076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2026年6月下旬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0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住所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40000" y="1368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94000" y="1396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大阪市天王寺区上本町8丁目6番9号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0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最寄り駅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40000" y="1591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94000" y="1620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四天王寺前夕陽ヶ丘駅 徒歩6分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通勤ルート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40000" y="18144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94000" y="18432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四天王寺前夕陽ヶ丘駅→天王寺駅(約2分)+徒歩5分 合計約13分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築年数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40000" y="20376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94000" y="20664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2008年4月(築18年)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6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構造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40000" y="22608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94000" y="22896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鉄筋コンクリート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6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0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間取り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40000" y="2484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94000" y="2512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1K / 25.65㎡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6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所在階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40000" y="2707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94000" y="2736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3階/9階建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20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74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敷金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4000" y="1368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98000" y="1396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20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74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礼金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44000" y="1591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98000" y="1620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なし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20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74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鍵交換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4000" y="18144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98000" y="18432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¥22,000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20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74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保証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4000" y="20376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98000" y="20664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あり(エポス→ニッポンインシュア→JRAG)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20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74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外国籍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44000" y="22608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798000" y="22896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記載なし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20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74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ネット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44000" y="2484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98000" y="2512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無料(Ucom光)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20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74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その他費用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44000" y="2707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98000" y="2736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退去時RC 33,000円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43999" y="1368000"/>
            <a:ext cx="7328953" cy="1620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97999" y="1386000"/>
            <a:ext cx="7220953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5E5A"/>
                </a:solidFill>
              </a:rPr>
              <a:t>設備・特徴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43999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オートロック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72475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防犯カメラ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43999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宅配BOX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72475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バス・トイレ別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43999" y="19224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エアコン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72475" y="19224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室内洗濯機</a:t>
            </a:r>
          </a:p>
        </p:txBody>
      </p:sp>
      <p:sp>
        <p:nvSpPr>
          <p:cNvPr id="83" name="Rectangle 82"/>
          <p:cNvSpPr/>
          <p:nvPr/>
        </p:nvSpPr>
        <p:spPr>
          <a:xfrm>
            <a:off x="0" y="6660000"/>
            <a:ext cx="12188952" cy="1980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16000" y="6688800"/>
            <a:ext cx="11756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F5E5A"/>
                </a:solidFill>
              </a:rPr>
              <a:t>大阪市天王寺区上本町8丁目6番9号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20000" y="2966400"/>
            <a:ext cx="201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F5E5A"/>
                </a:solidFill>
              </a:rPr>
              <a:t>株式会社TAKUTO PM課　06-6201-1603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58000"/>
          </a:xfrm>
          <a:prstGeom prst="rect">
            <a:avLst/>
          </a:prstGeom>
          <a:solidFill>
            <a:srgbClr val="1A1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6000" y="100800"/>
            <a:ext cx="1080000" cy="324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2000" y="100800"/>
            <a:ext cx="10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大阪·YMCA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4000" y="72000"/>
            <a:ext cx="28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アークアベニュー天王寺　905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8952" y="125999"/>
            <a:ext cx="864000" cy="288000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44952" y="125999"/>
            <a:ext cx="7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B6D11"/>
                </a:solidFill>
              </a:rPr>
              <a:t>✓ 確認済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000" y="702000"/>
            <a:ext cx="1512000" cy="503999"/>
          </a:xfrm>
          <a:prstGeom prst="rect">
            <a:avLst/>
          </a:prstGeom>
          <a:solidFill>
            <a:srgbClr val="F5F5F3"/>
          </a:solidFill>
          <a:ln w="6350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720000"/>
            <a:ext cx="136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85FA5"/>
                </a:solidFill>
              </a:rPr>
              <a:t>¥59,000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982800"/>
            <a:ext cx="13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+管 ¥6,000　合計 ¥65,000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0" y="7740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36000" y="7812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1K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0" y="9828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36000" y="9900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24.30㎡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0" y="11916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36000" y="11988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9階/14階建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0000" y="14004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36000" y="14076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即入居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0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住所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40000" y="1368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94000" y="1396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大阪市天王寺区寺田町2丁目2-11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0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最寄り駅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40000" y="1591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94000" y="1620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JR寺田町駅 徒歩3分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通勤ルート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40000" y="18144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94000" y="18432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寺田町駅→天王寺駅(約2分)+徒歩5分 合計約10分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築年数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40000" y="20376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94000" y="20664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2008年8月(築17年)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6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構造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40000" y="22608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94000" y="22896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鉄筋コンクリート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6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0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間取り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40000" y="2484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94000" y="2512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1K / 24.30㎡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6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所在階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40000" y="2707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94000" y="2736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9階/14階建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20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74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敷金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4000" y="1368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98000" y="1396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20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74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礼金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44000" y="1591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98000" y="1620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59,000円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20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74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鍵交換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4000" y="18144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98000" y="18432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20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74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保証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4000" y="20376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98000" y="20664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記載なし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20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74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外国籍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44000" y="22608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798000" y="22896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記載なし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20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74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ネット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44000" y="2484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98000" y="2512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記載なし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20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74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その他費用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44000" y="2707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98000" y="2736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43999" y="1368000"/>
            <a:ext cx="7328953" cy="1620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97999" y="1386000"/>
            <a:ext cx="7220953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5E5A"/>
                </a:solidFill>
              </a:rPr>
              <a:t>設備・特徴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43999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オートロック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72475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防犯カメラ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43999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宅配BOX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72475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バス・トイレ別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43999" y="19224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エアコン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72475" y="19224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室内洗濯機</a:t>
            </a:r>
          </a:p>
        </p:txBody>
      </p:sp>
      <p:sp>
        <p:nvSpPr>
          <p:cNvPr id="83" name="Rectangle 82"/>
          <p:cNvSpPr/>
          <p:nvPr/>
        </p:nvSpPr>
        <p:spPr>
          <a:xfrm>
            <a:off x="0" y="6660000"/>
            <a:ext cx="12188952" cy="1980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16000" y="6688800"/>
            <a:ext cx="11756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F5E5A"/>
                </a:solidFill>
              </a:rPr>
              <a:t>大阪市天王寺区寺田町2丁目2-11　　https://rent.es-square.net/bukken/chintai/mapSearch/detail/5370c06e-3f09-409d-88b2-0dd81d60c0be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20000" y="2966400"/>
            <a:ext cx="201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F5E5A"/>
                </a:solidFill>
              </a:rPr>
              <a:t>松本ビル管理株式会社　0666-277-600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58000"/>
          </a:xfrm>
          <a:prstGeom prst="rect">
            <a:avLst/>
          </a:prstGeom>
          <a:solidFill>
            <a:srgbClr val="1A1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6000" y="100800"/>
            <a:ext cx="1080000" cy="324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2000" y="100800"/>
            <a:ext cx="10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大阪·YMCA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4000" y="72000"/>
            <a:ext cx="28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セイワパレス夕陽丘　1001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8952" y="125999"/>
            <a:ext cx="864000" cy="288000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44952" y="125999"/>
            <a:ext cx="7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B6D11"/>
                </a:solidFill>
              </a:rPr>
              <a:t>✓ 確認済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000" y="702000"/>
            <a:ext cx="1512000" cy="503999"/>
          </a:xfrm>
          <a:prstGeom prst="rect">
            <a:avLst/>
          </a:prstGeom>
          <a:solidFill>
            <a:srgbClr val="F5F5F3"/>
          </a:solidFill>
          <a:ln w="6350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720000"/>
            <a:ext cx="136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85FA5"/>
                </a:solidFill>
              </a:rPr>
              <a:t>¥72,500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982800"/>
            <a:ext cx="13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+管 ¥10,500　合計 ¥83,000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0" y="7740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36000" y="7812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1R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0" y="9828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36000" y="9900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25.20㎡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0" y="11916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36000" y="11988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10階/11階建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0000" y="14004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36000" y="14076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相談(退去予定2026/04/30)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0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住所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40000" y="1368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94000" y="1396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大阪市天王寺区夕陽丘町4-13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0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最寄り駅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40000" y="1591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94000" y="1620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大阪メトロ谷町線 四天王寺前夕陽ヶ丘駅 徒歩1分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通勤ルート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40000" y="18144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94000" y="18432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四天王寺前夕陽ヶ丘駅→天王寺駅(約2分)+徒歩5分 合計約10分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築年数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40000" y="20376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94000" y="20664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2006年3月(築20年)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6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構造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40000" y="22608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94000" y="22896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鉄筋コンクリート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6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0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間取り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40000" y="2484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94000" y="2512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1R / 25.20㎡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6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所在階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40000" y="2707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94000" y="2736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10階/11階建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20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74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敷金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4000" y="1368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98000" y="1396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20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74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礼金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44000" y="1591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98000" y="1620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100,000円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20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74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鍵交換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4000" y="18144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98000" y="18432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¥22,000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20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74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保証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4000" y="20376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98000" y="20664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あり(クレディセゾン)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20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74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外国籍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44000" y="22608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798000" y="22896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可(日本語会話能力必要・クレディセゾン保証)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20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74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ネット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44000" y="2484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98000" y="2512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記載なし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20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74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その他費用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44000" y="2707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98000" y="2736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室内除菌11,000円 退去時クリーニング38,500円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43999" y="1368000"/>
            <a:ext cx="7328953" cy="1620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97999" y="1386000"/>
            <a:ext cx="7220953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5E5A"/>
                </a:solidFill>
              </a:rPr>
              <a:t>設備・特徴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43999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オートロック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72475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防犯カメラ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43999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宅配BOX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72475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バス・トイレ別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43999" y="19224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エアコン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72475" y="19224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室内洗濯機</a:t>
            </a:r>
          </a:p>
        </p:txBody>
      </p:sp>
      <p:sp>
        <p:nvSpPr>
          <p:cNvPr id="83" name="Rectangle 82"/>
          <p:cNvSpPr/>
          <p:nvPr/>
        </p:nvSpPr>
        <p:spPr>
          <a:xfrm>
            <a:off x="0" y="6660000"/>
            <a:ext cx="12188952" cy="1980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16000" y="6688800"/>
            <a:ext cx="11756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F5E5A"/>
                </a:solidFill>
              </a:rPr>
              <a:t>大阪市天王寺区夕陽丘町4-13　　https://rent.es-square.net/bukken/chintai/mapSearch/detail/7a77996f-7c49-4e44-9c4e-65bd634d0c76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20000" y="2966400"/>
            <a:ext cx="201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F5E5A"/>
                </a:solidFill>
              </a:rPr>
              <a:t>生和コーポレーション株式会社 西日本本店　06-6345-0550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58000"/>
          </a:xfrm>
          <a:prstGeom prst="rect">
            <a:avLst/>
          </a:prstGeom>
          <a:solidFill>
            <a:srgbClr val="1A1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6000" y="100800"/>
            <a:ext cx="1080000" cy="324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2000" y="100800"/>
            <a:ext cx="10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大阪·YMCA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4000" y="72000"/>
            <a:ext cx="28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プレサンス天王寺勝山　0603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8952" y="125999"/>
            <a:ext cx="864000" cy="28800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44952" y="125999"/>
            <a:ext cx="7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54F0B"/>
                </a:solidFill>
              </a:rPr>
              <a:t>○ 未確認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000" y="702000"/>
            <a:ext cx="1512000" cy="503999"/>
          </a:xfrm>
          <a:prstGeom prst="rect">
            <a:avLst/>
          </a:prstGeom>
          <a:solidFill>
            <a:srgbClr val="F5F5F3"/>
          </a:solidFill>
          <a:ln w="6350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720000"/>
            <a:ext cx="136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85FA5"/>
                </a:solidFill>
              </a:rPr>
              <a:t>¥68,640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982800"/>
            <a:ext cx="13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+管 ¥7,360　合計 ¥76,000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0" y="7740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36000" y="7812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1K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0" y="9828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36000" y="9900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21.66㎡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0" y="11916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36000" y="11988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6階/15階建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0000" y="14004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36000" y="14076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相談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0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住所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40000" y="1368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94000" y="1396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大阪市天王寺区勝山4丁目12-22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0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最寄り駅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40000" y="1591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94000" y="1620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JR大阪環状線 桃谷駅 徒歩7分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通勤ルート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40000" y="18144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94000" y="18432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桃谷駅→天王寺駅(約3分)+徒歩5分 合計約15分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築年数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40000" y="20376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94000" y="20664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2024年7月(築1年)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6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構造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40000" y="22608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94000" y="22896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鉄筋コンクリート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6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0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間取り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40000" y="2484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94000" y="2512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1K / 21.66㎡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6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所在階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40000" y="2707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94000" y="2736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6階/15階建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20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74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敷金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4000" y="1368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98000" y="1396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20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74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礼金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44000" y="1591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98000" y="1620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80,000円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20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74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鍵交換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4000" y="18144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98000" y="18432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¥29,700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20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74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保証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4000" y="20376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98000" y="20664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あり(ギャランティ/セーフティー)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20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74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外国籍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44000" y="22608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798000" y="22896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記載なし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20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74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ネット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44000" y="2484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98000" y="2512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無料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20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74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その他費用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44000" y="2707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98000" y="2736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退去時クリーニング35,000円 プレサポ24 1,320円/月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43999" y="1368000"/>
            <a:ext cx="7328953" cy="1620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97999" y="1386000"/>
            <a:ext cx="7220953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5E5A"/>
                </a:solidFill>
              </a:rPr>
              <a:t>設備・特徴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43999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オートロック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72475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防犯カメラ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43999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宅配BOX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72475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エアコン</a:t>
            </a:r>
          </a:p>
        </p:txBody>
      </p:sp>
      <p:sp>
        <p:nvSpPr>
          <p:cNvPr id="81" name="Rectangle 80"/>
          <p:cNvSpPr/>
          <p:nvPr/>
        </p:nvSpPr>
        <p:spPr>
          <a:xfrm>
            <a:off x="0" y="6660000"/>
            <a:ext cx="12188952" cy="1980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6000" y="6688800"/>
            <a:ext cx="11756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F5E5A"/>
                </a:solidFill>
              </a:rPr>
              <a:t>大阪市天王寺区勝山4丁目12-22　　https://itandibb.com/rent_rooms/63365408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520000" y="2966400"/>
            <a:ext cx="201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F5E5A"/>
                </a:solidFill>
              </a:rPr>
              <a:t>株式会社プレサンス　06-4793-1660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58000"/>
          </a:xfrm>
          <a:prstGeom prst="rect">
            <a:avLst/>
          </a:prstGeom>
          <a:solidFill>
            <a:srgbClr val="1A1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6000" y="100800"/>
            <a:ext cx="1080000" cy="324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2000" y="100800"/>
            <a:ext cx="10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大阪·YMCA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4000" y="72000"/>
            <a:ext cx="28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グランカーサ天王寺EAST　0504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8952" y="125999"/>
            <a:ext cx="864000" cy="28800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44952" y="125999"/>
            <a:ext cx="7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54F0B"/>
                </a:solidFill>
              </a:rPr>
              <a:t>○ 未確認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000" y="702000"/>
            <a:ext cx="1512000" cy="503999"/>
          </a:xfrm>
          <a:prstGeom prst="rect">
            <a:avLst/>
          </a:prstGeom>
          <a:solidFill>
            <a:srgbClr val="F5F5F3"/>
          </a:solidFill>
          <a:ln w="6350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720000"/>
            <a:ext cx="136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85FA5"/>
                </a:solidFill>
              </a:rPr>
              <a:t>¥84,000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982800"/>
            <a:ext cx="13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+管 ¥8,000　合計 ¥92,000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0" y="7740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36000" y="7812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1DK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0" y="9828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36000" y="9900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26.24㎡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0" y="11916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36000" y="11988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5階/11階建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0000" y="14004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36000" y="14076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即入居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0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住所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40000" y="1368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94000" y="1396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大阪市天王寺区国分町12-19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0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最寄り駅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40000" y="1591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94000" y="1620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JR大阪環状線 寺田町駅 徒歩7分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通勤ルート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40000" y="18144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94000" y="18432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寺田町駅→天王寺駅(約2分)+徒歩5分 合計約14分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築年数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40000" y="20376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94000" y="20664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2022年1月(築4年)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6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構造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40000" y="22608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94000" y="22896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鉄筋コンクリート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6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0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間取り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40000" y="2484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94000" y="2512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1DK / 26.24㎡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6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所在階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40000" y="2707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94000" y="2736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5階/11階建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20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74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敷金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4000" y="1368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98000" y="1396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20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74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礼金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44000" y="1591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98000" y="1620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なし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20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74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鍵交換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4000" y="18144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98000" y="18432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20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74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保証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4000" y="20376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98000" y="20664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記載なし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20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74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外国籍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44000" y="22608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798000" y="22896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記載なし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20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74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ネット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44000" y="2484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98000" y="2512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無料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20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74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その他費用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44000" y="2707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98000" y="2736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火災保険18,000円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43999" y="1368000"/>
            <a:ext cx="7328953" cy="1620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97999" y="1386000"/>
            <a:ext cx="7220953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5E5A"/>
                </a:solidFill>
              </a:rPr>
              <a:t>設備・特徴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43999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オートロック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72475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防犯カメラ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43999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宅配BOX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72475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バス・トイレ別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43999" y="19224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エアコン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72475" y="19224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ペット相談可</a:t>
            </a:r>
          </a:p>
        </p:txBody>
      </p:sp>
      <p:sp>
        <p:nvSpPr>
          <p:cNvPr id="83" name="Rectangle 82"/>
          <p:cNvSpPr/>
          <p:nvPr/>
        </p:nvSpPr>
        <p:spPr>
          <a:xfrm>
            <a:off x="0" y="6660000"/>
            <a:ext cx="12188952" cy="1980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16000" y="6688800"/>
            <a:ext cx="11756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F5E5A"/>
                </a:solidFill>
              </a:rPr>
              <a:t>大阪市天王寺区国分町12-19　　https://itandibb.com/rent_rooms/35954334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20000" y="2966400"/>
            <a:ext cx="201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F5E5A"/>
                </a:solidFill>
              </a:rPr>
              <a:t>株式会社長谷工ライブネット 大阪事務所　06-6262-8450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58000"/>
          </a:xfrm>
          <a:prstGeom prst="rect">
            <a:avLst/>
          </a:prstGeom>
          <a:solidFill>
            <a:srgbClr val="1A1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6000" y="100800"/>
            <a:ext cx="1080000" cy="324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2000" y="100800"/>
            <a:ext cx="10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大阪·YMCA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4000" y="72000"/>
            <a:ext cx="28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エスリード天王寺ブランシェ　702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8952" y="125999"/>
            <a:ext cx="864000" cy="28800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44952" y="125999"/>
            <a:ext cx="7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54F0B"/>
                </a:solidFill>
              </a:rPr>
              <a:t>○ 未確認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000" y="702000"/>
            <a:ext cx="1512000" cy="503999"/>
          </a:xfrm>
          <a:prstGeom prst="rect">
            <a:avLst/>
          </a:prstGeom>
          <a:solidFill>
            <a:srgbClr val="F5F5F3"/>
          </a:solidFill>
          <a:ln w="6350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720000"/>
            <a:ext cx="136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85FA5"/>
                </a:solidFill>
              </a:rPr>
              <a:t>¥69,000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982800"/>
            <a:ext cx="13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+管 ¥5,000　合計 ¥74,000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0" y="7740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36000" y="7812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1K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0" y="9828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36000" y="9900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21.09㎡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0" y="11916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36000" y="11988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7階/15階建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0000" y="14004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36000" y="14076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相談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0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住所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40000" y="1368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94000" y="1396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大阪市天王寺区国分町17-1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0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最寄り駅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40000" y="1591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94000" y="1620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JR大阪環状線 寺田町駅 徒歩5分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通勤ルート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40000" y="18144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94000" y="18432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寺田町駅→天王寺駅(約2分)+徒歩5分 合計約12分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築年数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40000" y="20376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94000" y="20664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2020年3月(築6年)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6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構造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40000" y="22608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94000" y="22896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鉄筋コンクリート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6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0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間取り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40000" y="2484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94000" y="2512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1K / 21.09㎡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6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所在階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40000" y="2707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94000" y="2736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7階/15階建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20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74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敷金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4000" y="1368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98000" y="1396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20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74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礼金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44000" y="1591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98000" y="1620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69,000円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20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74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鍵交換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4000" y="18144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98000" y="18432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¥38,500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20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74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保証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4000" y="20376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98000" y="20664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あり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20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74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外国籍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44000" y="22608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798000" y="22896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可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20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74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ネット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44000" y="2484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98000" y="2512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記載なし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20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74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その他費用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44000" y="2707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98000" y="2736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消臭抗菌16,500円 退去時清掃27,500円 エアコン清掃15,400円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43999" y="1368000"/>
            <a:ext cx="7328953" cy="1620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97999" y="1386000"/>
            <a:ext cx="7220953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5E5A"/>
                </a:solidFill>
              </a:rPr>
              <a:t>設備・特徴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43999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オートロック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72475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防犯カメラ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43999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宅配BOX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72475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バス・トイレ別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43999" y="19224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エアコン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72475" y="19224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ペット相談可</a:t>
            </a:r>
          </a:p>
        </p:txBody>
      </p:sp>
      <p:sp>
        <p:nvSpPr>
          <p:cNvPr id="83" name="Rectangle 82"/>
          <p:cNvSpPr/>
          <p:nvPr/>
        </p:nvSpPr>
        <p:spPr>
          <a:xfrm>
            <a:off x="0" y="6660000"/>
            <a:ext cx="12188952" cy="1980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16000" y="6688800"/>
            <a:ext cx="11756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F5E5A"/>
                </a:solidFill>
              </a:rPr>
              <a:t>大阪市天王寺区国分町17-1　　https://itandibb.com/rent_rooms/73762885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20000" y="2966400"/>
            <a:ext cx="201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F5E5A"/>
                </a:solidFill>
              </a:rPr>
              <a:t>株式会社アフロ 管理開発部　06-6578-2225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58000"/>
          </a:xfrm>
          <a:prstGeom prst="rect">
            <a:avLst/>
          </a:prstGeom>
          <a:solidFill>
            <a:srgbClr val="1A1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6000" y="100800"/>
            <a:ext cx="1080000" cy="324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2000" y="100800"/>
            <a:ext cx="10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大阪·YMCA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4000" y="72000"/>
            <a:ext cx="28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Louis Residence 天王寺町北　1003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8952" y="125999"/>
            <a:ext cx="864000" cy="28800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44952" y="125999"/>
            <a:ext cx="7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54F0B"/>
                </a:solidFill>
              </a:rPr>
              <a:t>○ 未確認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000" y="702000"/>
            <a:ext cx="1512000" cy="503999"/>
          </a:xfrm>
          <a:prstGeom prst="rect">
            <a:avLst/>
          </a:prstGeom>
          <a:solidFill>
            <a:srgbClr val="F5F5F3"/>
          </a:solidFill>
          <a:ln w="6350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720000"/>
            <a:ext cx="136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85FA5"/>
                </a:solidFill>
              </a:rPr>
              <a:t>¥83,000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982800"/>
            <a:ext cx="13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+管 ¥9,000　合計 ¥92,000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0" y="7740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36000" y="7812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1K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0" y="9828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36000" y="9900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24.19㎡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0" y="11916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36000" y="11988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10階/12階建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0000" y="14004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36000" y="14076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即入居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0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住所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40000" y="1368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94000" y="1396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大阪市阿倍野区天王寺町北2丁目24-13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0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最寄り駅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40000" y="1591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94000" y="1620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JR大阪環状線 寺田町駅 徒歩5分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通勤ルート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40000" y="18144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94000" y="18432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寺田町駅→天王寺駅(約2分)+徒歩5分 合計約12分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築年数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40000" y="20376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94000" y="20664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2025年3月(築1年)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6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構造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40000" y="22608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94000" y="22896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鉄筋コンクリート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6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0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間取り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40000" y="2484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94000" y="2512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1K / 24.19㎡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6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所在階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40000" y="2707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94000" y="2736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10階/12階建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20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74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敷金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4000" y="1368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98000" y="1396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20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74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礼金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44000" y="1591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98000" y="1620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92,000円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20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74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鍵交換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4000" y="18144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98000" y="18432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¥15,000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20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74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保証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4000" y="20376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98000" y="20664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あり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20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74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外国籍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44000" y="22608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798000" y="22896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記載なし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20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74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ネット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44000" y="2484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98000" y="2512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無料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20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74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その他費用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44000" y="2707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98000" y="2736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退去時清掃35,000円 火災保険15,000円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43999" y="1368000"/>
            <a:ext cx="7328953" cy="1620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97999" y="1386000"/>
            <a:ext cx="7220953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5E5A"/>
                </a:solidFill>
              </a:rPr>
              <a:t>設備・特徴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43999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オートロック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72475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防犯カメラ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43999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宅配BOX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72475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バス・トイレ別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43999" y="19224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エアコン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72475" y="19224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ペット相談可</a:t>
            </a:r>
          </a:p>
        </p:txBody>
      </p:sp>
      <p:sp>
        <p:nvSpPr>
          <p:cNvPr id="83" name="Rectangle 82"/>
          <p:cNvSpPr/>
          <p:nvPr/>
        </p:nvSpPr>
        <p:spPr>
          <a:xfrm>
            <a:off x="0" y="6660000"/>
            <a:ext cx="12188952" cy="1980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16000" y="6688800"/>
            <a:ext cx="11756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F5E5A"/>
                </a:solidFill>
              </a:rPr>
              <a:t>大阪市阿倍野区天王寺町北2丁目24-13　　https://itandibb.com/rent_rooms/66146477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20000" y="2966400"/>
            <a:ext cx="201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F5E5A"/>
                </a:solidFill>
              </a:rPr>
              <a:t>株式会社日本レジデンシャル　06-6479-0757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58000"/>
          </a:xfrm>
          <a:prstGeom prst="rect">
            <a:avLst/>
          </a:prstGeom>
          <a:solidFill>
            <a:srgbClr val="1A1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6000" y="100800"/>
            <a:ext cx="1080000" cy="324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2000" y="100800"/>
            <a:ext cx="10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大阪·YMCA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4000" y="72000"/>
            <a:ext cx="28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ヴェール天王寺　406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8952" y="125999"/>
            <a:ext cx="864000" cy="28800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44952" y="125999"/>
            <a:ext cx="7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54F0B"/>
                </a:solidFill>
              </a:rPr>
              <a:t>○ 未確認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000" y="702000"/>
            <a:ext cx="1512000" cy="503999"/>
          </a:xfrm>
          <a:prstGeom prst="rect">
            <a:avLst/>
          </a:prstGeom>
          <a:solidFill>
            <a:srgbClr val="F5F5F3"/>
          </a:solidFill>
          <a:ln w="6350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720000"/>
            <a:ext cx="136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85FA5"/>
                </a:solidFill>
              </a:rPr>
              <a:t>¥40,000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982800"/>
            <a:ext cx="13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+管 ¥5,000　合計 ¥45,000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0" y="7740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36000" y="7812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1K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0" y="9828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36000" y="9900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18.75㎡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0" y="11916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36000" y="11988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4階/10階建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0000" y="14004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36000" y="14076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相談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0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住所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40000" y="1368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94000" y="1396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大阪市天王寺区大道3丁目8-7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0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最寄り駅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40000" y="1591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94000" y="1620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JR大阪環状線 寺田町駅 徒歩6分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通勤ルート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40000" y="18144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94000" y="18432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寺田町駅→天王寺駅(約2分)+徒歩5分 合計約13分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築年数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40000" y="20376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94000" y="20664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1996年12月(築29年)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6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構造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40000" y="22608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94000" y="22896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鉄骨造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6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0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間取り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40000" y="2484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94000" y="2512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1K / 18.75㎡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6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所在階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40000" y="2707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94000" y="2736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4階/10階建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20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74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敷金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4000" y="1368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98000" y="1396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20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74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礼金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44000" y="1591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98000" y="1620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なし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20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74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鍵交換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4000" y="18144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98000" y="18432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20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74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保証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4000" y="20376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98000" y="20664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あり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20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74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外国籍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44000" y="22608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798000" y="22896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可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20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74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ネット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44000" y="2484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98000" y="2512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記載なし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20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74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その他費用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44000" y="2707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98000" y="2736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火災保険18,000円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43999" y="1368000"/>
            <a:ext cx="7328953" cy="1620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97999" y="1386000"/>
            <a:ext cx="7220953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5E5A"/>
                </a:solidFill>
              </a:rPr>
              <a:t>設備・特徴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43999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オートロック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72475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エアコン</a:t>
            </a:r>
          </a:p>
        </p:txBody>
      </p:sp>
      <p:sp>
        <p:nvSpPr>
          <p:cNvPr id="79" name="Rectangle 78"/>
          <p:cNvSpPr/>
          <p:nvPr/>
        </p:nvSpPr>
        <p:spPr>
          <a:xfrm>
            <a:off x="0" y="6660000"/>
            <a:ext cx="12188952" cy="1980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16000" y="6688800"/>
            <a:ext cx="11756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F5E5A"/>
                </a:solidFill>
              </a:rPr>
              <a:t>大阪市天王寺区大道3丁目8-7　　https://itandibb.com/rent_rooms/73714472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520000" y="2966400"/>
            <a:ext cx="201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F5E5A"/>
                </a:solidFill>
              </a:rPr>
              <a:t>株式会社アフロ 管理開発部　06-6578-2225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58000"/>
          </a:xfrm>
          <a:prstGeom prst="rect">
            <a:avLst/>
          </a:prstGeom>
          <a:solidFill>
            <a:srgbClr val="1A1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6000" y="100800"/>
            <a:ext cx="1080000" cy="324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2000" y="100800"/>
            <a:ext cx="10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大阪·YMCA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4000" y="72000"/>
            <a:ext cx="28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ララプレイス天王寺シエロ　1002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8952" y="125999"/>
            <a:ext cx="864000" cy="28800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44952" y="125999"/>
            <a:ext cx="7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54F0B"/>
                </a:solidFill>
              </a:rPr>
              <a:t>○ 未確認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000" y="702000"/>
            <a:ext cx="1512000" cy="503999"/>
          </a:xfrm>
          <a:prstGeom prst="rect">
            <a:avLst/>
          </a:prstGeom>
          <a:solidFill>
            <a:srgbClr val="F5F5F3"/>
          </a:solidFill>
          <a:ln w="6350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720000"/>
            <a:ext cx="136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85FA5"/>
                </a:solidFill>
              </a:rPr>
              <a:t>¥71,440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982800"/>
            <a:ext cx="13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+管 ¥8,560　合計 ¥80,000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0" y="7740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36000" y="7812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1K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0" y="9828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36000" y="9900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21.66㎡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0" y="11916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36000" y="11988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10階/14階建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0000" y="14004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36000" y="14076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相談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0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住所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40000" y="1368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94000" y="1396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大阪市天王寺区大道1丁目2-18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0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最寄り駅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40000" y="1591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94000" y="1620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大阪メトロ谷町線 天王寺駅 徒歩8分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通勤ルート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40000" y="18144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94000" y="18432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天王寺駅まで徒歩8〜9分+徒歩5分 合計約14分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築年数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40000" y="20376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94000" y="20664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2020年7月(築5年)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6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構造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40000" y="22608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94000" y="22896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鉄筋コンクリート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6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0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間取り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40000" y="2484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94000" y="2512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1K / 21.66㎡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6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所在階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40000" y="2707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94000" y="2736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10階/14階建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20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74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敷金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4000" y="1368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98000" y="1396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20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74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礼金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44000" y="1591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98000" y="1620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100,000円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20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74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鍵交換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4000" y="18144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98000" y="18432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¥29,700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20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74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保証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4000" y="20376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98000" y="20664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あり(ギャランティ/セーフティー)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20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74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外国籍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44000" y="22608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798000" y="22896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記載なし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20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74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ネット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44000" y="2484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98000" y="2512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無料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20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74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その他費用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44000" y="2707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98000" y="2736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退去時クリーニング35,000円 プレサポ24 1,320円/月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43999" y="1368000"/>
            <a:ext cx="7328953" cy="1620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97999" y="1386000"/>
            <a:ext cx="7220953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5E5A"/>
                </a:solidFill>
              </a:rPr>
              <a:t>設備・特徴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43999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オートロック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72475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防犯カメラ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43999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宅配BOX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72475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エアコン</a:t>
            </a:r>
          </a:p>
        </p:txBody>
      </p:sp>
      <p:sp>
        <p:nvSpPr>
          <p:cNvPr id="81" name="Rectangle 80"/>
          <p:cNvSpPr/>
          <p:nvPr/>
        </p:nvSpPr>
        <p:spPr>
          <a:xfrm>
            <a:off x="0" y="6660000"/>
            <a:ext cx="12188952" cy="1980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6000" y="6688800"/>
            <a:ext cx="11756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F5E5A"/>
                </a:solidFill>
              </a:rPr>
              <a:t>大阪市天王寺区大道1丁目2-18　　https://itandibb.com/rent_rooms/63371599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520000" y="2966400"/>
            <a:ext cx="201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F5E5A"/>
                </a:solidFill>
              </a:rPr>
              <a:t>株式会社プレサンス　06-4793-1660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58000"/>
          </a:xfrm>
          <a:prstGeom prst="rect">
            <a:avLst/>
          </a:prstGeom>
          <a:solidFill>
            <a:srgbClr val="1A1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6000" y="100800"/>
            <a:ext cx="1080000" cy="324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2000" y="100800"/>
            <a:ext cx="10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大阪·YMCA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4000" y="72000"/>
            <a:ext cx="28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コンフォートZEN　302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8952" y="125999"/>
            <a:ext cx="864000" cy="28800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44952" y="125999"/>
            <a:ext cx="7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54F0B"/>
                </a:solidFill>
              </a:rPr>
              <a:t>○ 未確認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000" y="702000"/>
            <a:ext cx="1512000" cy="503999"/>
          </a:xfrm>
          <a:prstGeom prst="rect">
            <a:avLst/>
          </a:prstGeom>
          <a:solidFill>
            <a:srgbClr val="F5F5F3"/>
          </a:solidFill>
          <a:ln w="6350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720000"/>
            <a:ext cx="136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85FA5"/>
                </a:solidFill>
              </a:rPr>
              <a:t>¥100,000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982800"/>
            <a:ext cx="13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+管 ¥8,000　合計 ¥108,000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0" y="7740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36000" y="7812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1LDK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0" y="9828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36000" y="9900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43.74㎡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0" y="11916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36000" y="11988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3階/8階建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0000" y="14004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36000" y="14076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2026年5月下旬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0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住所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40000" y="1368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94000" y="1396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大阪市天王寺区大道2丁目11-4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0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最寄り駅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40000" y="1591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94000" y="1620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JR大阪環状線 天王寺駅 徒歩9分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通勤ルート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40000" y="18144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94000" y="18432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天王寺駅まで徒歩9分+徒歩5分 合計約14分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築年数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40000" y="20376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94000" y="20664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2003年1月(築23年)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6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構造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40000" y="22608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94000" y="22896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鉄筋コンクリート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6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0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間取り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40000" y="2484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94000" y="2512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1LDK / 43.74㎡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6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所在階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40000" y="2707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94000" y="2736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3階/8階建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20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74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敷金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4000" y="1368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98000" y="1396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20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74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礼金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44000" y="1591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98000" y="1620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200,000円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20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74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鍵交換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4000" y="18144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98000" y="18432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¥27,500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20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74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保証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4000" y="20376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98000" y="20664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あり(JPMCファイナンス)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20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74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外国籍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44000" y="22608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798000" y="22896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記載なし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20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74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ネット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44000" y="2484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98000" y="2512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無料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20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74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その他費用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44000" y="2707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98000" y="2736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消臭抗菌17,600円 退去時清掃38,500円 安心サポート1,870円/月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43999" y="1368000"/>
            <a:ext cx="7328953" cy="1620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97999" y="1386000"/>
            <a:ext cx="7220953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5E5A"/>
                </a:solidFill>
              </a:rPr>
              <a:t>設備・特徴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43999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オートロック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72475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バス・トイレ別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43999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エアコン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72475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室内洗濯機</a:t>
            </a:r>
          </a:p>
        </p:txBody>
      </p:sp>
      <p:sp>
        <p:nvSpPr>
          <p:cNvPr id="81" name="Rectangle 80"/>
          <p:cNvSpPr/>
          <p:nvPr/>
        </p:nvSpPr>
        <p:spPr>
          <a:xfrm>
            <a:off x="0" y="6660000"/>
            <a:ext cx="12188952" cy="1980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6000" y="6688800"/>
            <a:ext cx="11756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F5E5A"/>
                </a:solidFill>
              </a:rPr>
              <a:t>大阪市天王寺区大道2丁目11-4　　https://itandibb.com/rent_rooms/62669441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520000" y="2966400"/>
            <a:ext cx="201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F5E5A"/>
                </a:solidFill>
              </a:rPr>
              <a:t>株式会社JPMC 大阪管理センター　050-1721-2891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58000"/>
          </a:xfrm>
          <a:prstGeom prst="rect">
            <a:avLst/>
          </a:prstGeom>
          <a:solidFill>
            <a:srgbClr val="1A1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6000" y="100800"/>
            <a:ext cx="1080000" cy="324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2000" y="100800"/>
            <a:ext cx="10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大阪·YMCA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4000" y="72000"/>
            <a:ext cx="28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FRONT FIELD Tennoji　605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8952" y="125999"/>
            <a:ext cx="864000" cy="28800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44952" y="125999"/>
            <a:ext cx="7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54F0B"/>
                </a:solidFill>
              </a:rPr>
              <a:t>○ 未確認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000" y="702000"/>
            <a:ext cx="1512000" cy="503999"/>
          </a:xfrm>
          <a:prstGeom prst="rect">
            <a:avLst/>
          </a:prstGeom>
          <a:solidFill>
            <a:srgbClr val="F5F5F3"/>
          </a:solidFill>
          <a:ln w="6350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720000"/>
            <a:ext cx="136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85FA5"/>
                </a:solidFill>
              </a:rPr>
              <a:t>¥82,000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982800"/>
            <a:ext cx="13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+管 ¥8,000　合計 ¥90,000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0" y="7740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36000" y="7812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1R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0" y="9828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36000" y="9900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23.18㎡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0" y="11916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36000" y="11988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6階/11階建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0000" y="14004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36000" y="14076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即入居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0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住所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40000" y="1368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94000" y="1396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大阪市天王寺区堀越町6-11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0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最寄り駅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40000" y="1591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94000" y="1620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各線 天王寺駅 徒歩6分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通勤ルート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40000" y="18144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94000" y="18432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天王寺駅まで徒歩6分+徒歩5分 合計約11分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築年数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40000" y="20376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94000" y="20664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2018年3月(築8年)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6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構造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40000" y="22608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94000" y="22896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鉄筋コンクリート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6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0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間取り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40000" y="2484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94000" y="2512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1R / 23.18㎡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6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所在階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40000" y="2707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94000" y="2736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6階/11階建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20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74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敷金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4000" y="1368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98000" y="1396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20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74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礼金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44000" y="1591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98000" y="1620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82,000円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20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74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鍵交換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4000" y="18144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98000" y="18432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¥11,000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20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74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保証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4000" y="20376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98000" y="20664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あり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20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74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外国籍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44000" y="22608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798000" y="22896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記載なし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20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74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ネット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44000" y="2484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98000" y="2512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無料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20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74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その他費用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44000" y="2707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98000" y="2736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火災保険20,000円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43999" y="1368000"/>
            <a:ext cx="7328953" cy="1620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97999" y="1386000"/>
            <a:ext cx="7220953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5E5A"/>
                </a:solidFill>
              </a:rPr>
              <a:t>設備・特徴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43999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オートロック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72475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防犯カメラ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43999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宅配BOX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72475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バス・トイレ別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43999" y="19224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エアコン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72475" y="19224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室内洗濯機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643999" y="21096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ペット相談可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660000"/>
            <a:ext cx="12188952" cy="1980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6000" y="6688800"/>
            <a:ext cx="11756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F5E5A"/>
                </a:solidFill>
              </a:rPr>
              <a:t>大阪市天王寺区堀越町6-11　　https://itandibb.com/rent_rooms/71931160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520000" y="2966400"/>
            <a:ext cx="201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F5E5A"/>
                </a:solidFill>
              </a:rPr>
              <a:t>信和コミュニティ株式会社　06-6838-4803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58000"/>
          </a:xfrm>
          <a:prstGeom prst="rect">
            <a:avLst/>
          </a:prstGeom>
          <a:solidFill>
            <a:srgbClr val="1A1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6000" y="100800"/>
            <a:ext cx="1080000" cy="324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2000" y="100800"/>
            <a:ext cx="10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大阪·YMCA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4000" y="72000"/>
            <a:ext cx="28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ラルテ天王寺　403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8952" y="125999"/>
            <a:ext cx="864000" cy="28800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44952" y="125999"/>
            <a:ext cx="7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54F0B"/>
                </a:solidFill>
              </a:rPr>
              <a:t>○ 未確認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000" y="702000"/>
            <a:ext cx="1512000" cy="503999"/>
          </a:xfrm>
          <a:prstGeom prst="rect">
            <a:avLst/>
          </a:prstGeom>
          <a:solidFill>
            <a:srgbClr val="F5F5F3"/>
          </a:solidFill>
          <a:ln w="6350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720000"/>
            <a:ext cx="136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85FA5"/>
                </a:solidFill>
              </a:rPr>
              <a:t>¥87,000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982800"/>
            <a:ext cx="13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+管 ¥10,000　合計 ¥97,000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0" y="7740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36000" y="7812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1LDK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0" y="9828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36000" y="9900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29.99㎡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0" y="11916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36000" y="11988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4階/8階建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0000" y="14004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36000" y="14076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記載なし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0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住所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40000" y="1368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94000" y="1396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大阪市天王寺区堀越町7-19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0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最寄り駅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40000" y="1591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94000" y="1620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大阪メトロ御堂筋線 天王寺駅 徒歩7分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通勤ルート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40000" y="18144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94000" y="18432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天王寺駅まで徒歩7分+徒歩5分 合計約12分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築年数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40000" y="20376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94000" y="20664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2006年4月(築20年)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6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構造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40000" y="22608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94000" y="22896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鉄筋コンクリート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6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0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間取り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40000" y="2484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94000" y="2512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1LDK / 29.99㎡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6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所在階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40000" y="2707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94000" y="2736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4階/8階建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20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74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敷金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4000" y="1368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98000" y="1396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20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74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礼金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44000" y="1591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98000" y="1620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87,000円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20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74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鍵交換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4000" y="18144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98000" y="18432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¥27,000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20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74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保証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4000" y="20376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98000" y="20664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あり(全保連/Room iD)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20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74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外国籍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44000" y="22608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798000" y="22896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可(Room iDグローバル)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20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74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ネット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44000" y="2484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98000" y="2512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無料(J:COM)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20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74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その他費用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44000" y="2707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98000" y="2736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定額水道料2,700円/月 付帯補償料560円/月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43999" y="1368000"/>
            <a:ext cx="7328953" cy="1620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97999" y="1386000"/>
            <a:ext cx="7220953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5E5A"/>
                </a:solidFill>
              </a:rPr>
              <a:t>設備・特徴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43999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オートロック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72475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防犯カメラ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43999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バス・トイレ別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72475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室内洗濯機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43999" y="19224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ペット可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72475" y="19224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2人入居可</a:t>
            </a:r>
          </a:p>
        </p:txBody>
      </p:sp>
      <p:sp>
        <p:nvSpPr>
          <p:cNvPr id="83" name="Rectangle 82"/>
          <p:cNvSpPr/>
          <p:nvPr/>
        </p:nvSpPr>
        <p:spPr>
          <a:xfrm>
            <a:off x="0" y="6660000"/>
            <a:ext cx="12188952" cy="1980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16000" y="6688800"/>
            <a:ext cx="11756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F5E5A"/>
                </a:solidFill>
              </a:rPr>
              <a:t>大阪市天王寺区堀越町7-19　　https://itandibb.com/rent_rooms/70243641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20000" y="2966400"/>
            <a:ext cx="201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F5E5A"/>
                </a:solidFill>
              </a:rPr>
              <a:t>株式会社アドミニ　06-6271-1522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58000"/>
          </a:xfrm>
          <a:prstGeom prst="rect">
            <a:avLst/>
          </a:prstGeom>
          <a:solidFill>
            <a:srgbClr val="1A1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6000" y="100800"/>
            <a:ext cx="1080000" cy="324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2000" y="100800"/>
            <a:ext cx="10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大阪·YMCA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4000" y="72000"/>
            <a:ext cx="28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アクアプレイス天王寺Ⅱ　705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8952" y="125999"/>
            <a:ext cx="864000" cy="28800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44952" y="125999"/>
            <a:ext cx="7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54F0B"/>
                </a:solidFill>
              </a:rPr>
              <a:t>○ 未確認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000" y="702000"/>
            <a:ext cx="1512000" cy="503999"/>
          </a:xfrm>
          <a:prstGeom prst="rect">
            <a:avLst/>
          </a:prstGeom>
          <a:solidFill>
            <a:srgbClr val="F5F5F3"/>
          </a:solidFill>
          <a:ln w="6350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720000"/>
            <a:ext cx="136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85FA5"/>
                </a:solidFill>
              </a:rPr>
              <a:t>¥77,500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982800"/>
            <a:ext cx="13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+管 ¥11,000　合計 ¥88,500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0" y="7740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36000" y="7812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1K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0" y="9828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36000" y="9900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21.75㎡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0" y="11916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36000" y="11988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7階/14階建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0000" y="14004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36000" y="14076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2026年7月中旬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0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住所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40000" y="1368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94000" y="1396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大阪市天王寺区大道3丁目6-8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0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最寄り駅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40000" y="1591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94000" y="1620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JR大阪環状線 天王寺駅 徒歩7分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通勤ルート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40000" y="18144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94000" y="18432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天王寺駅まで徒歩7分+徒歩5分 合計約12分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築年数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40000" y="20376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94000" y="20664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2016年2月(築10年)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6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構造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40000" y="22608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94000" y="22896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鉄筋コンクリート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6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0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間取り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40000" y="2484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94000" y="2512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1K / 21.75㎡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6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所在階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40000" y="2707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94000" y="2736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7階/14階建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20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74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敷金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4000" y="1368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98000" y="1396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20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74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礼金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44000" y="1591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98000" y="1620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77,500円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20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74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鍵交換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4000" y="18144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98000" y="18432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¥33,000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20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74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保証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4000" y="20376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98000" y="20664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あり(初回100%)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20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74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外国籍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44000" y="22608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798000" y="22896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可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20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74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ネット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44000" y="2484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98000" y="2512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対応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20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74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その他費用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44000" y="2707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98000" y="2736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室内清掃55,000円 事務手数料22,000円 リブクラブ2,200円/月 SBI保険800円/月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43999" y="1368000"/>
            <a:ext cx="7328953" cy="1620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97999" y="1386000"/>
            <a:ext cx="7220953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5E5A"/>
                </a:solidFill>
              </a:rPr>
              <a:t>設備・特徴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43999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オートロック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72475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バス・トイレ別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43999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室内洗濯機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72475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家具付き</a:t>
            </a:r>
          </a:p>
        </p:txBody>
      </p:sp>
      <p:sp>
        <p:nvSpPr>
          <p:cNvPr id="81" name="Rectangle 80"/>
          <p:cNvSpPr/>
          <p:nvPr/>
        </p:nvSpPr>
        <p:spPr>
          <a:xfrm>
            <a:off x="0" y="6660000"/>
            <a:ext cx="12188952" cy="1980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6000" y="6688800"/>
            <a:ext cx="11756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F5E5A"/>
                </a:solidFill>
              </a:rPr>
              <a:t>大阪市天王寺区大道3丁目6-8　　https://itandibb.com/rent_rooms/66099914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520000" y="2966400"/>
            <a:ext cx="201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F5E5A"/>
                </a:solidFill>
              </a:rPr>
              <a:t>株式会社リブ・マックス 神戸管理部　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58000"/>
          </a:xfrm>
          <a:prstGeom prst="rect">
            <a:avLst/>
          </a:prstGeom>
          <a:solidFill>
            <a:srgbClr val="1A1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6000" y="100800"/>
            <a:ext cx="1080000" cy="324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2000" y="100800"/>
            <a:ext cx="10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大阪·YMCA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4000" y="72000"/>
            <a:ext cx="28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レ・コンフォルト　502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8952" y="125999"/>
            <a:ext cx="864000" cy="28800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44952" y="125999"/>
            <a:ext cx="7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54F0B"/>
                </a:solidFill>
              </a:rPr>
              <a:t>○ 未確認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000" y="702000"/>
            <a:ext cx="1512000" cy="503999"/>
          </a:xfrm>
          <a:prstGeom prst="rect">
            <a:avLst/>
          </a:prstGeom>
          <a:solidFill>
            <a:srgbClr val="F5F5F3"/>
          </a:solidFill>
          <a:ln w="6350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720000"/>
            <a:ext cx="136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85FA5"/>
                </a:solidFill>
              </a:rPr>
              <a:t>¥74,500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982800"/>
            <a:ext cx="13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+管 ¥11,000　合計 ¥85,500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0" y="7740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36000" y="7812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1K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0" y="9828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36000" y="9900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21.12㎡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0" y="11916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36000" y="11988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5階/10階建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0000" y="14004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36000" y="14076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2026年5月中旬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0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住所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40000" y="1368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94000" y="1396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大阪市天王寺区南河堀町9-23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0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最寄り駅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40000" y="1591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94000" y="1620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大阪メトロ御堂筋線 天王寺駅 徒歩4分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通勤ルート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40000" y="18144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94000" y="18432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天王寺駅まで徒歩4分+徒歩5分 合計約9分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築年数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40000" y="20376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94000" y="20664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2004年3月(築22年)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6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構造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40000" y="22608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94000" y="22896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鉄筋コンクリート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6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0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間取り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40000" y="2484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94000" y="2512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1K / 21.12㎡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6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所在階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40000" y="2707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94000" y="2736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5階/10階建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20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74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敷金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4000" y="1368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98000" y="1396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20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74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礼金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44000" y="1591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98000" y="1620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74,500円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20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74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鍵交換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4000" y="18144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98000" y="18432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¥33,000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20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74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保証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4000" y="20376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98000" y="20664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あり(初回100%)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20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74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外国籍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44000" y="22608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798000" y="22896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可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20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74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ネット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44000" y="2484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98000" y="2512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対応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20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74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その他費用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44000" y="2707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98000" y="2736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室内清掃55,000円 事務手数料22,000円 リブクラブ2,200円/月 SBI保険800円/月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43999" y="1368000"/>
            <a:ext cx="7328953" cy="1620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97999" y="1386000"/>
            <a:ext cx="7220953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5E5A"/>
                </a:solidFill>
              </a:rPr>
              <a:t>設備・特徴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43999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オートロック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72475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バス・トイレ別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43999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家具付き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660000"/>
            <a:ext cx="12188952" cy="1980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6000" y="6688800"/>
            <a:ext cx="11756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F5E5A"/>
                </a:solidFill>
              </a:rPr>
              <a:t>大阪市天王寺区南河堀町9-23　　https://itandibb.com/rent_rooms/73311923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520000" y="2966400"/>
            <a:ext cx="201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F5E5A"/>
                </a:solidFill>
              </a:rPr>
              <a:t>株式会社リブ・マックス 神戸管理部　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88952" cy="18000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東京·赤門会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66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4B2A9"/>
                </a:solidFill>
              </a:rPr>
              <a:t>3 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58000"/>
          </a:xfrm>
          <a:prstGeom prst="rect">
            <a:avLst/>
          </a:prstGeom>
          <a:solidFill>
            <a:srgbClr val="1A1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6000" y="100800"/>
            <a:ext cx="1080000" cy="32400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2000" y="100800"/>
            <a:ext cx="10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東京·赤門会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4000" y="72000"/>
            <a:ext cx="28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J・Kビル　201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8952" y="125999"/>
            <a:ext cx="864000" cy="288000"/>
          </a:xfrm>
          <a:prstGeom prst="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44952" y="125999"/>
            <a:ext cx="7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B6D11"/>
                </a:solidFill>
              </a:rPr>
              <a:t>✓ 確認済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000" y="702000"/>
            <a:ext cx="1512000" cy="503999"/>
          </a:xfrm>
          <a:prstGeom prst="rect">
            <a:avLst/>
          </a:prstGeom>
          <a:solidFill>
            <a:srgbClr val="F5F5F3"/>
          </a:solidFill>
          <a:ln w="6350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720000"/>
            <a:ext cx="136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85FA5"/>
                </a:solidFill>
              </a:rPr>
              <a:t>¥85,000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982800"/>
            <a:ext cx="13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+管 ¥15,000　合計 ¥100,000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0" y="7740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36000" y="7812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1R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0" y="9828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36000" y="9900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18.23㎡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0" y="11916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36000" y="11988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2階/5階建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0000" y="14004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36000" y="14076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相談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0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住所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40000" y="1368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94000" y="1396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東京都荒川区西日暮里2丁目15-7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0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最寄り駅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40000" y="1591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94000" y="1620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JR山手線 日暮里駅 徒歩3分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通勤ルート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40000" y="18144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94000" y="18432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日暮里駅→要確認 合計約要確認分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築年数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40000" y="20376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94000" y="20664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1985年9月(築40年)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6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構造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40000" y="22608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94000" y="22896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鉄筋コンクリート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6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0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間取り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40000" y="2484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94000" y="2512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1R / 18.23㎡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6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所在階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40000" y="2707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94000" y="2736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2階/5階建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20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74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敷金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4000" y="1368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98000" y="1396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20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74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礼金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44000" y="1591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98000" y="1620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なし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20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74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鍵交換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4000" y="18144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98000" y="18432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¥27,500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20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74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保証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4000" y="20376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98000" y="20664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あり(初回保証料50%～・月額継続保証料800円)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20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74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外国籍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44000" y="22608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798000" y="22896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可(海外審査不可)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20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74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ネット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44000" y="2484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98000" y="2512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記載なし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20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74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その他費用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44000" y="2707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98000" y="2736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室内清掃49,500円 エアコンクリーニング13,200円 火災保険2,480円/月 更新継続保証料800円/月 更新事務手数料27,500円(更新時)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43999" y="1368000"/>
            <a:ext cx="7328953" cy="1620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97999" y="1386000"/>
            <a:ext cx="7220953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5E5A"/>
                </a:solidFill>
              </a:rPr>
              <a:t>設備・特徴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43999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バス・トイレ別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72475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室内洗濯機置き場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43999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フローリング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72475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バルコニー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43999" y="19224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角部屋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72475" y="19224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温水洗浄便座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643999" y="21096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追焚機能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660000"/>
            <a:ext cx="12188952" cy="1980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6000" y="6688800"/>
            <a:ext cx="11756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F5E5A"/>
                </a:solidFill>
              </a:rPr>
              <a:t>東京都荒川区西日暮里2丁目15-7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58000"/>
          </a:xfrm>
          <a:prstGeom prst="rect">
            <a:avLst/>
          </a:prstGeom>
          <a:solidFill>
            <a:srgbClr val="1A1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6000" y="100800"/>
            <a:ext cx="1080000" cy="32400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2000" y="100800"/>
            <a:ext cx="10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東京·赤門会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4000" y="72000"/>
            <a:ext cx="28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アルテシモリンククロス　1202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8952" y="125999"/>
            <a:ext cx="864000" cy="28800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44952" y="125999"/>
            <a:ext cx="7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54F0B"/>
                </a:solidFill>
              </a:rPr>
              <a:t>○ 未確認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000" y="702000"/>
            <a:ext cx="1512000" cy="503999"/>
          </a:xfrm>
          <a:prstGeom prst="rect">
            <a:avLst/>
          </a:prstGeom>
          <a:solidFill>
            <a:srgbClr val="F5F5F3"/>
          </a:solidFill>
          <a:ln w="6350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720000"/>
            <a:ext cx="136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85FA5"/>
                </a:solidFill>
              </a:rPr>
              <a:t>¥110,000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982800"/>
            <a:ext cx="13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+管 ¥10,000　合計 ¥120,000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0" y="7740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36000" y="7812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1R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0" y="9828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36000" y="9900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25.23㎡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0" y="11916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36000" y="11988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12階/12階建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0000" y="14004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36000" y="14076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相談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0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住所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40000" y="1368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94000" y="1396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東京都荒川区西日暮里2丁目47-5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0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最寄り駅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40000" y="1591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94000" y="1620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日暮里・舎人ライナー 西日暮里駅 徒歩3分 / JR山手線 日暮里駅 徒歩6分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通勤ルート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40000" y="18144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94000" y="18432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西日暮里駅(千代田線)→湯島駅(約5分)+徒歩7分 合計約15分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築年数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40000" y="20376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94000" y="20664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2009年2月(築17年)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6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構造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40000" y="22608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94000" y="22896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鉄筋コンクリート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6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0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間取り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40000" y="2484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94000" y="2512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1R / 25.23㎡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6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所在階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40000" y="2707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94000" y="2736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12階/12階建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20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74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敷金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4000" y="1368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98000" y="1396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20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74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礼金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44000" y="1591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98000" y="1620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110,000円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20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74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鍵交換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4000" y="18144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98000" y="18432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¥11,000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20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74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保証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4000" y="20376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98000" y="20664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あり(初回100%・月額1.5%)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20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74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外国籍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44000" y="22608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798000" y="22896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可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20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74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ネット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44000" y="2484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98000" y="2512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無料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20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74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その他費用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44000" y="2707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98000" y="2736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ルームクリーニング59,400円 火災保険20,000円 24時間生活サポート19,800円 更新料1.5ヶ月 短期解約違約金あり(1年未満:賃料2ヶ月/1〜2年:賃料1ヶ月) 解約予告2ヶ月前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43999" y="1368000"/>
            <a:ext cx="7328953" cy="1620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97999" y="1386000"/>
            <a:ext cx="7220953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5E5A"/>
                </a:solidFill>
              </a:rPr>
              <a:t>設備・特徴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43999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オートロック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72475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防犯カメラ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43999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宅配BOX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72475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バス・トイレ別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43999" y="19224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独立洗面台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72475" y="19224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エアコン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643999" y="21096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室内洗濯機置き場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72475" y="21096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浴室乾燥機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43999" y="22968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温水洗浄便座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72475" y="22968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バルコニー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43999" y="2484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角部屋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72475" y="2484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最上階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43999" y="2671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ペット相談可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72475" y="2671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2人入居可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6660000"/>
            <a:ext cx="12188952" cy="1980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16000" y="6688800"/>
            <a:ext cx="11756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F5E5A"/>
                </a:solidFill>
              </a:rPr>
              <a:t>東京都荒川区西日暮里2丁目47-5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58000"/>
          </a:xfrm>
          <a:prstGeom prst="rect">
            <a:avLst/>
          </a:prstGeom>
          <a:solidFill>
            <a:srgbClr val="1A1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6000" y="100800"/>
            <a:ext cx="1080000" cy="32400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2000" y="100800"/>
            <a:ext cx="10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東京·赤門会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4000" y="72000"/>
            <a:ext cx="28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東栄コーポ　204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8952" y="125999"/>
            <a:ext cx="864000" cy="28800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44952" y="125999"/>
            <a:ext cx="7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54F0B"/>
                </a:solidFill>
              </a:rPr>
              <a:t>○ 未確認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000" y="702000"/>
            <a:ext cx="1512000" cy="503999"/>
          </a:xfrm>
          <a:prstGeom prst="rect">
            <a:avLst/>
          </a:prstGeom>
          <a:solidFill>
            <a:srgbClr val="F5F5F3"/>
          </a:solidFill>
          <a:ln w="6350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720000"/>
            <a:ext cx="136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85FA5"/>
                </a:solidFill>
              </a:rPr>
              <a:t>¥115,000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982800"/>
            <a:ext cx="13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+管 ¥5,000　合計 ¥120,000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0" y="7740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36000" y="7812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1LDK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0" y="9828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36000" y="9900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38㎡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0" y="11916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36000" y="11988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2階/7階建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0000" y="14004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36000" y="14076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相談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0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住所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40000" y="1368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94000" y="1396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東京都荒川区西日暮里1丁目61-7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0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最寄り駅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40000" y="1591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94000" y="1620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東京メトロ千代田線 西日暮里駅 徒歩5分 / JR山手線 日暮里駅 徒歩10分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通勤ルート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40000" y="18144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94000" y="18432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西日暮里駅(千代田線)→湯島駅(約5分)+徒歩7分 合計約17分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築年数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40000" y="20376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94000" y="20664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1989年1月(築37年)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6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構造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40000" y="22608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94000" y="22896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鉄骨鉄筋コンクリート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6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0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間取り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40000" y="2484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94000" y="2512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1LDK / 38㎡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6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所在階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40000" y="2707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94000" y="2736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2階/7階建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20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74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敷金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4000" y="1368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98000" y="1396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¥115,000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20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74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礼金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44000" y="1591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98000" y="1620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115,000円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20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74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鍵交換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4000" y="18144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98000" y="18432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¥33,000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20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74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保証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4000" y="20376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98000" y="20664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あり(初回100%・月額1.5%)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20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74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外国籍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44000" y="22608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798000" y="22896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可(ベトナム・ミャンマー・ネパール国籍不可)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20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74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ネット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44000" y="2484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98000" y="2512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記載なし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20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74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その他費用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44000" y="2707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98000" y="2736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契約事務手数料11,000円 火災保険20,000円 24時間生活サポート19,800円 更新料1ヶ月 解約予告1ヶ月前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43999" y="1368000"/>
            <a:ext cx="7328953" cy="1620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97999" y="1386000"/>
            <a:ext cx="7220953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5E5A"/>
                </a:solidFill>
              </a:rPr>
              <a:t>設備・特徴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43999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防犯カメラ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72475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バス・トイレ別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43999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独立洗面台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72475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バルコニー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43999" y="19224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角部屋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660000"/>
            <a:ext cx="12188952" cy="1980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16000" y="6688800"/>
            <a:ext cx="11756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F5E5A"/>
                </a:solidFill>
              </a:rPr>
              <a:t>東京都荒川区西日暮里1丁目61-7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88952" cy="18000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東京·ISI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66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4B2A9"/>
                </a:solidFill>
              </a:rPr>
              <a:t>2 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58000"/>
          </a:xfrm>
          <a:prstGeom prst="rect">
            <a:avLst/>
          </a:prstGeom>
          <a:solidFill>
            <a:srgbClr val="1A1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6000" y="100800"/>
            <a:ext cx="1080000" cy="32400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2000" y="100800"/>
            <a:ext cx="10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東京·ISI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4000" y="72000"/>
            <a:ext cx="28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ＮＯＺＯＭＩＯ目白　104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8952" y="125999"/>
            <a:ext cx="864000" cy="28800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44952" y="125999"/>
            <a:ext cx="7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54F0B"/>
                </a:solidFill>
              </a:rPr>
              <a:t>○ 未確認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000" y="702000"/>
            <a:ext cx="1512000" cy="503999"/>
          </a:xfrm>
          <a:prstGeom prst="rect">
            <a:avLst/>
          </a:prstGeom>
          <a:solidFill>
            <a:srgbClr val="F5F5F3"/>
          </a:solidFill>
          <a:ln w="6350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720000"/>
            <a:ext cx="136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85FA5"/>
                </a:solidFill>
              </a:rPr>
              <a:t>¥98,000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982800"/>
            <a:ext cx="13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+管 ¥5,000　合計 ¥103,000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0" y="7740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36000" y="7812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1K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0" y="9828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36000" y="9900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20.36㎡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0" y="11916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36000" y="11988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1階/3階建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0000" y="14004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36000" y="14076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2026年6月中旬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0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住所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40000" y="1368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94000" y="1396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東京都豊島区目白2丁目15-9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0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最寄り駅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40000" y="1591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94000" y="1620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JR山手線 目白駅 徒歩6分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通勤ルート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40000" y="18144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94000" y="18432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目白駅(JR山手線)→新宿(約9分)+徒歩 合計約20分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築年数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40000" y="20376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94000" y="20664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2017年2月(築9年)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6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構造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40000" y="22608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94000" y="22896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木造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6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0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間取り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40000" y="2484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94000" y="2512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1K / 20.36㎡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6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所在階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40000" y="2707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94000" y="2736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1階/3階建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20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74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敷金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4000" y="1368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98000" y="1396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¥98,000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20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74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礼金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44000" y="1591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98000" y="1620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98,000円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20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74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鍵交換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4000" y="18144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98000" y="18432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¥14,300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20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74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保証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4000" y="20376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98000" y="20664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あり(初回50%～・更新10,000円～/年)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20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74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外国籍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44000" y="22608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798000" y="22896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可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20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74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ネット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44000" y="2484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98000" y="2512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記載なし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20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74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その他費用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44000" y="2707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98000" y="2736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室内清掃55,000円(退去時) 保険加入要 1年未満違約金あり 更新料新賃料1ヶ月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43999" y="1368000"/>
            <a:ext cx="7328953" cy="1620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97999" y="1386000"/>
            <a:ext cx="7220953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5E5A"/>
                </a:solidFill>
              </a:rPr>
              <a:t>設備・特徴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43999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オートロック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72475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防犯カメラ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43999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宅配BOX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72475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バス・トイレ別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43999" y="19224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独立洗面台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72475" y="19224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エアコン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643999" y="21096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室内洗濯機置き場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72475" y="21096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浴室乾燥機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43999" y="22968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温水洗浄便座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72475" y="22968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モニタ付インターホン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43999" y="2484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ダブルロックキー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72475" y="2484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駐輪場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43999" y="2671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外国籍可</a:t>
            </a:r>
          </a:p>
        </p:txBody>
      </p:sp>
      <p:sp>
        <p:nvSpPr>
          <p:cNvPr id="90" name="Rectangle 89"/>
          <p:cNvSpPr/>
          <p:nvPr/>
        </p:nvSpPr>
        <p:spPr>
          <a:xfrm>
            <a:off x="0" y="6660000"/>
            <a:ext cx="12188952" cy="1980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6000" y="6688800"/>
            <a:ext cx="11756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F5E5A"/>
                </a:solidFill>
              </a:rPr>
              <a:t>東京都豊島区目白2丁目15-9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58000"/>
          </a:xfrm>
          <a:prstGeom prst="rect">
            <a:avLst/>
          </a:prstGeom>
          <a:solidFill>
            <a:srgbClr val="1A1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6000" y="100800"/>
            <a:ext cx="1080000" cy="32400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2000" y="100800"/>
            <a:ext cx="10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東京·ISI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4000" y="72000"/>
            <a:ext cx="28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スカイコート池袋東口　603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8952" y="125999"/>
            <a:ext cx="864000" cy="28800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44952" y="125999"/>
            <a:ext cx="7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54F0B"/>
                </a:solidFill>
              </a:rPr>
              <a:t>○ 未確認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000" y="702000"/>
            <a:ext cx="1512000" cy="503999"/>
          </a:xfrm>
          <a:prstGeom prst="rect">
            <a:avLst/>
          </a:prstGeom>
          <a:solidFill>
            <a:srgbClr val="F5F5F3"/>
          </a:solidFill>
          <a:ln w="6350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720000"/>
            <a:ext cx="136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85FA5"/>
                </a:solidFill>
              </a:rPr>
              <a:t>¥89,000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982800"/>
            <a:ext cx="13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+管 ¥5,000　合計 ¥94,000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0000" y="7740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36000" y="7812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1K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0" y="9828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36000" y="9900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20.35㎡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0000" y="11916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36000" y="11988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6階/11階建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0000" y="1400400"/>
            <a:ext cx="1007999" cy="1800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36000" y="1407600"/>
            <a:ext cx="9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5FA5"/>
                </a:solidFill>
              </a:rPr>
              <a:t>2026年6月下旬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0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住所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40000" y="1368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94000" y="1396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東京都豊島区南池袋2丁目9-16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0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最寄り駅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40000" y="1591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94000" y="1620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東京メトロ有楽町線 東池袋駅 徒歩5分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通勤ルート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40000" y="18144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94000" y="18432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東池袋駅(有楽町線)→池袋(約3分)+JR山手線→新宿(約7分)+徒歩 合計約20分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築年数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40000" y="20376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94000" y="20664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1999年9月(築26年)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6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構造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40000" y="22608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94000" y="22896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鉄骨鉄筋コンクリート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6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0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間取り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40000" y="24840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94000" y="25128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1K / 20.35㎡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6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所在階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40000" y="2707200"/>
            <a:ext cx="972000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94000" y="2736000"/>
            <a:ext cx="864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6階/11階建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20000" y="1368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74000" y="1396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敷金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4000" y="1368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98000" y="1396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20000" y="1591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74000" y="1620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礼金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44000" y="1591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98000" y="1620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89,000円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20000" y="18144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74000" y="18432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鍵交換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4000" y="18144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98000" y="18432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¥33,000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20000" y="20376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74000" y="20664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保証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4000" y="20376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98000" y="20664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あり(初回50%～・年間10,000円・引落手数料330円/月)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20000" y="22608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74000" y="22896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外国籍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44000" y="22608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798000" y="22896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可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20000" y="24840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74000" y="25128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ネット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44000" y="24840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98000" y="25128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記載なし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20000" y="2707200"/>
            <a:ext cx="1224000" cy="2232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74000" y="2736000"/>
            <a:ext cx="111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5E5A"/>
                </a:solidFill>
              </a:rPr>
              <a:t>その他費用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44000" y="2707200"/>
            <a:ext cx="791999" cy="223200"/>
          </a:xfrm>
          <a:prstGeom prst="rect">
            <a:avLst/>
          </a:prstGeom>
          <a:noFill/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98000" y="2736000"/>
            <a:ext cx="683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8"/>
                </a:solidFill>
              </a:rPr>
              <a:t>ルームクリーニング70,000円(契約時) 抗菌・エアコン洗浄16,500円 24時間サポート16,500円 火災保険22,000円(2年) 更新料新賃料1ヶ月 解約予告2ヶ月前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43999" y="1368000"/>
            <a:ext cx="7328953" cy="162000"/>
          </a:xfrm>
          <a:prstGeom prst="rect">
            <a:avLst/>
          </a:prstGeom>
          <a:solidFill>
            <a:srgbClr val="F5F5F3"/>
          </a:solidFill>
          <a:ln w="3175">
            <a:solidFill>
              <a:srgbClr val="CC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97999" y="1386000"/>
            <a:ext cx="7220953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5E5A"/>
                </a:solidFill>
              </a:rPr>
              <a:t>設備・特徴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43999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オートロック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72475" y="1548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バス・トイレ別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43999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室内洗濯機置き場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72475" y="17352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エアコン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43999" y="19224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フローリング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72475" y="19224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バルコニー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643999" y="21096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角部屋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72475" y="21096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収納スペース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43999" y="22968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シューズボックス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72475" y="22968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ガスコンロ可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43999" y="2484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都市ガス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72475" y="2484000"/>
            <a:ext cx="3628476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8"/>
                </a:solidFill>
              </a:rPr>
              <a:t>• 外国籍可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6660000"/>
            <a:ext cx="12188952" cy="1980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16000" y="6688800"/>
            <a:ext cx="1175695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F5E5A"/>
                </a:solidFill>
              </a:rPr>
              <a:t>東京都豊島区南池袋2丁目9-16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